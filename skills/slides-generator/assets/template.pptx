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Пример 1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А</c:v>
                </c:pt>
                <c:pt idx="1">
                  <c:v>Б</c:v>
                </c:pt>
                <c:pt idx="2">
                  <c:v>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Пример 2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А</c:v>
                </c:pt>
                <c:pt idx="1">
                  <c:v>Б</c:v>
                </c:pt>
                <c:pt idx="2">
                  <c:v>В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-4</c:v>
                </c:pt>
                <c:pt idx="1">
                  <c:v>14</c:v>
                </c:pt>
                <c:pt idx="2">
                  <c:v>20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txPr>
          <a:bodyPr/>
          <a:lstStyle/>
          <a:p>
            <a:pPr>
              <a:defRPr sz="1800" b="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tickLblSkip val="1"/>
        <c:noMultiLvlLbl val="1"/>
      </c:catAx>
      <c:valAx>
        <c:axId val="-2113994440"/>
        <c:scaling>
          <c:max val="27.36"/>
          <c:min val="-7.359999999999999"/>
        </c:scaling>
        <c:delete val="0"/>
        <c:axPos val="l"/>
        <c:majorGridlines>
          <c:spPr>
            <a:ln>
              <a:solidFill>
                <a:srgbClr val="EFF6FF"/>
              </a:solidFill>
            </a:ln>
          </c:spPr>
        </c:majorGridlines>
        <c:numFmt formatCode="0.##" sourceLinked="0"/>
        <c:majorTickMark val="none"/>
        <c:minorTickMark val="none"/>
        <c:tickLblPos val="nextTo"/>
        <c:txPr>
          <a:bodyPr/>
          <a:lstStyle/>
          <a:p>
            <a:pPr>
              <a:defRPr sz="1800" b="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800" b="0">
              <a:solidFill>
                <a:srgbClr val="172B4D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 b="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s01 — ПРИМЕР — титульный слайд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60 seconds</a:t>
            </a:r>
          </a:p>
          <a:p/>
          <a:p>
            <a:r>
              <a:t>Speech / Речь:</a:t>
            </a:r>
          </a:p>
          <a:p>
            <a:r>
              <a:t>Это демонстрационный шаблон, а не утверждённая презентация. Все подписи, тезисы и числа здесь условные. Представьтесь и замените этот текст полноценной речью для вашей аудитории. Настоящая презентация создаётся только после согласования её структуры.</a:t>
            </a:r>
          </a:p>
          <a:p/>
          <a:p>
            <a:r>
              <a:t>Transition / Переход:</a:t>
            </a:r>
          </a:p>
          <a:p>
            <a:r>
              <a:t>Далее показан образец слайда с основными тезисами.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s02 — ПРИМЕР — основные тезисы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На этом демонстрационном слайде три условных тезиса. Первый задаёт контекст, второй раскрывает идею, третий объясняет её пользу. Они не являются выводами исследования. Для реальной презентации замените их конкретными утверждениями и свяжите фактические тезисы с источниками.</a:t>
            </a:r>
          </a:p>
          <a:p/>
          <a:p>
            <a:r>
              <a:t>Transition / Переход:</a:t>
            </a:r>
          </a:p>
          <a:p>
            <a:r>
              <a:t>Следующий образец показывает два варианта рядом.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s03 — ПРИМЕР — сравнение вариантов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Это образец сравнения, а не рекомендация в пользу одного из вариантов. Обе колонки содержат только заполнители. В рабочей презентации используйте одинаковые критерии для обеих сторон, отделяйте наблюдения от предположений и поясняйте ограничения источников.</a:t>
            </a:r>
          </a:p>
          <a:p/>
          <a:p>
            <a:r>
              <a:t>Transition / Переход:</a:t>
            </a:r>
          </a:p>
          <a:p>
            <a:r>
              <a:t>Теперь посмотрим на образец карточек с условными показателями.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s04 — ПРИМЕР — условные показатели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Числа двенадцать, тридцать четыре процента и пятьдесят шесть вымышлены исключительно для демонстрации оформления. Это не фактические данные, прогнозы или целевые обязательства. В рабочем материале объясните единицы измерения, период, метод расчёта и источник каждого показателя.</a:t>
            </a:r>
          </a:p>
          <a:p/>
          <a:p>
            <a:r>
              <a:t>Transition / Переход:</a:t>
            </a:r>
          </a:p>
          <a:p>
            <a:r>
              <a:t>Следующий пример представляет информацию в редактируемой таблице.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s05 — ПРИМЕР — редактируемая таблица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Перед вами образец нативной таблицы PowerPoint: содержимое каждой ячейки можно редактировать. Строки обозначают вымышленные этапы и не являются утверждённым планом. В настоящей презентации оставьте только необходимые строки, чтобы таблица сохраняла читаемость.</a:t>
            </a:r>
          </a:p>
          <a:p/>
          <a:p>
            <a:r>
              <a:t>Transition / Переход:</a:t>
            </a:r>
          </a:p>
          <a:p>
            <a:r>
              <a:t>Далее — пример диаграммы с вымышленными значениями.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s06 — ПРИМЕР — вымышленные данные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Все значения на диаграмме вымышлены и предназначены только для демонстрации. Категории А, Б и В не обозначают реальные объекты. Два условных ряда показывают положительные и отрицательные значения. Это нативная диаграмма с редактируемыми данными, а не изображение. Не используйте эти числа как факты.</a:t>
            </a:r>
          </a:p>
          <a:p/>
          <a:p>
            <a:r>
              <a:t>Transition / Переход:</a:t>
            </a:r>
          </a:p>
          <a:p>
            <a:r>
              <a:t>Завершим демонстрацию образцом вывода и следующих шагов.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/ ПРИМЕР — не утверждено; не фактические данные.</a:t>
            </a:r>
          </a:p>
          <a:p/>
          <a:p>
            <a:r>
              <a:t>s07 — ПРИМЕР — вывод и следующие шаги</a:t>
            </a:r>
          </a:p>
          <a:p>
            <a:r>
              <a:t>Language / Язык: ru</a:t>
            </a:r>
          </a:p>
          <a:p>
            <a:r>
              <a:t>Audience / Аудитория: ПРИМЕР — замените описанием вашей аудитории</a:t>
            </a:r>
          </a:p>
          <a:p>
            <a:r>
              <a:t>Timing / Время: 90 seconds</a:t>
            </a:r>
          </a:p>
          <a:p/>
          <a:p>
            <a:r>
              <a:t>Speech / Речь:</a:t>
            </a:r>
          </a:p>
          <a:p>
            <a:r>
              <a:t>Это заключительный слайд демонстрационного шаблона. Его содержание не утверждено и не заменяет обсуждение вашей задачи. Перед созданием рабочей презентации согласуйте структуру, получите явное подтверждение пользователя, подготовьте проверенные материалы и полную речь. Затем проверьте визуальное отображение слайдов в PowerPoint.</a:t>
            </a:r>
          </a:p>
          <a:p/>
          <a:p>
            <a:r>
              <a:t>Transition / Переход:</a:t>
            </a:r>
          </a:p>
          <a:p>
            <a:r>
              <a:t>—</a:t>
            </a:r>
          </a:p>
          <a:p/>
          <a:p>
            <a:r>
              <a:t>Sources / Источники:</a:t>
            </a:r>
          </a:p>
          <a:p>
            <a:r>
              <a:t>— (no references supplied)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титульный слайд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4069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72B4D"/>
                </a:solidFill>
                <a:latin typeface="Arial"/>
              </a:defRPr>
            </a:pPr>
            <a:r>
              <a:rPr sz="2600" b="0" lang="ru">
                <a:solidFill>
                  <a:srgbClr val="172B4D"/>
                </a:solidFill>
                <a:latin typeface="Arial"/>
              </a:rPr>
              <a:t>Образец: ключевая идея вашей презентации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ПРИМЕР — имя автора, команда, дата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основные тезисы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993391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784080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rPr sz="2200" b="0" lang="ru">
                <a:solidFill>
                  <a:srgbClr val="172B4D"/>
                </a:solidFill>
                <a:latin typeface="Arial"/>
              </a:rPr>
              <a:t>Образец: сформулируйте проблему аудитории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2816351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79"/>
            <a:ext cx="9784080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rPr sz="2200" b="0" lang="ru">
                <a:solidFill>
                  <a:srgbClr val="172B4D"/>
                </a:solidFill>
                <a:latin typeface="Arial"/>
              </a:rPr>
              <a:t>Образец: объясните предлагаемое решение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3639311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0439"/>
            <a:ext cx="9784080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rPr sz="2200" b="0" lang="ru">
                <a:solidFill>
                  <a:srgbClr val="172B4D"/>
                </a:solidFill>
                <a:latin typeface="Arial"/>
              </a:rPr>
              <a:t>Образец: обозначьте ожидаемый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сравнение вариантов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303520" cy="4206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4590288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rPr sz="2200" b="1" lang="ru">
                <a:solidFill>
                  <a:srgbClr val="2563EB"/>
                </a:solidFill>
                <a:latin typeface="Arial"/>
              </a:rPr>
              <a:t>Образец: вариант 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3145536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63240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преимущества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381304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730752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ограничения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4480560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398264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условия выбора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03520" cy="4206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148840"/>
            <a:ext cx="4590288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rPr sz="2200" b="1" lang="ru">
                <a:solidFill>
                  <a:srgbClr val="2563EB"/>
                </a:solidFill>
                <a:latin typeface="Arial"/>
              </a:rPr>
              <a:t>Образец: вариант 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3145536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063240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преимущества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381304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730752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ограничения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4480560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398264"/>
            <a:ext cx="422452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rPr sz="1800" b="0" lang="ru">
                <a:solidFill>
                  <a:srgbClr val="172B4D"/>
                </a:solidFill>
                <a:latin typeface="Arial"/>
              </a:rPr>
              <a:t>Пример условия выбора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условные показатели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3444240" cy="4206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Arial"/>
              </a:defRPr>
            </a:pPr>
            <a:r>
              <a:rPr sz="3600" b="1" lang="ru">
                <a:solidFill>
                  <a:srgbClr val="2563EB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28956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rPr sz="2200" b="1" lang="ru">
                <a:solidFill>
                  <a:srgbClr val="172B4D"/>
                </a:solidFill>
                <a:latin typeface="Arial"/>
              </a:rPr>
              <a:t>Пример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Условное число,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не факт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640" y="1874519"/>
            <a:ext cx="3444240" cy="4206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960" y="237744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Arial"/>
              </a:defRPr>
            </a:pPr>
            <a:r>
              <a:rPr sz="3600" b="1" lang="ru">
                <a:solidFill>
                  <a:srgbClr val="2563EB"/>
                </a:solidFill>
                <a:latin typeface="Arial"/>
              </a:rPr>
              <a:t>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960" y="3383280"/>
            <a:ext cx="28956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rPr sz="2200" b="1" lang="ru">
                <a:solidFill>
                  <a:srgbClr val="172B4D"/>
                </a:solidFill>
                <a:latin typeface="Arial"/>
              </a:rPr>
              <a:t>Пример 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572000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Условная доля, не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факт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1874519"/>
            <a:ext cx="3444240" cy="4206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377440"/>
            <a:ext cx="289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Arial"/>
              </a:defRPr>
            </a:pPr>
            <a:r>
              <a:rPr sz="3600" b="1" lang="ru">
                <a:solidFill>
                  <a:srgbClr val="2563EB"/>
                </a:solidFill>
                <a:latin typeface="Arial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3383280"/>
            <a:ext cx="28956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rPr sz="2200" b="1" lang="ru">
                <a:solidFill>
                  <a:srgbClr val="172B4D"/>
                </a:solidFill>
                <a:latin typeface="Arial"/>
              </a:rPr>
              <a:t>Пример 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4572000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Условное число,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не факт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редактируемая таблица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8813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85216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400" b="1" lang="ru">
                          <a:solidFill>
                            <a:srgbClr val="FFFFFF"/>
                          </a:solidFill>
                          <a:latin typeface="Arial"/>
                        </a:rPr>
                        <a:t>Образец этапа</a:t>
                      </a:r>
                    </a:p>
                  </a:txBody>
                  <a:tcPr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400" b="1" lang="ru">
                          <a:solidFill>
                            <a:srgbClr val="FFFFFF"/>
                          </a:solidFill>
                          <a:latin typeface="Arial"/>
                        </a:rPr>
                        <a:t>Образец задачи</a:t>
                      </a:r>
                    </a:p>
                  </a:txBody>
                  <a:tcPr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400" b="1" lang="ru">
                          <a:solidFill>
                            <a:srgbClr val="FFFFFF"/>
                          </a:solidFill>
                          <a:latin typeface="Arial"/>
                        </a:rPr>
                        <a:t>Образец итога</a:t>
                      </a:r>
                    </a:p>
                  </a:txBody>
                  <a:tcPr marL="109728" marR="109728" marT="54864" marB="54864"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Пример 1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Условная задача А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Условный итог А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</a:tr>
              <a:tr h="585216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Пример 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Условная задача Б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Условный итог Б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Пример 3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Условная задача В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rPr sz="1400" b="0" lang="ru">
                          <a:solidFill>
                            <a:srgbClr val="172B4D"/>
                          </a:solidFill>
                          <a:latin typeface="Arial"/>
                        </a:rPr>
                        <a:t>Условный итог В</a:t>
                      </a:r>
                    </a:p>
                  </a:txBody>
                  <a:tcPr marL="109728" marR="109728" marT="54864" marB="54864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вымышленные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A"/>
                </a:solidFill>
                <a:latin typeface="Arial"/>
              </a:defRPr>
            </a:pPr>
            <a:r>
              <a:rPr sz="1800" b="0" lang="ru">
                <a:solidFill>
                  <a:srgbClr val="52657A"/>
                </a:solidFill>
                <a:latin typeface="Arial"/>
              </a:rPr>
              <a:t>Unit / Единица: условные единицы; все числа — пример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212848"/>
          <a:ext cx="10881360" cy="3858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rPr sz="3000" b="1" lang="ru">
                <a:solidFill>
                  <a:srgbClr val="172B4D"/>
                </a:solidFill>
                <a:latin typeface="Arial"/>
              </a:rPr>
              <a:t>ПРИМЕР — вывод и 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1737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7840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rPr sz="2600" b="1" lang="ru">
                <a:solidFill>
                  <a:srgbClr val="172B4D"/>
                </a:solidFill>
                <a:latin typeface="Arial"/>
              </a:rPr>
              <a:t>Образец: сформулируйте один главный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rPr sz="2600" b="1" lang="ru">
                <a:solidFill>
                  <a:srgbClr val="172B4D"/>
                </a:solidFill>
                <a:latin typeface="Arial"/>
              </a:rPr>
              <a:t>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563EB"/>
                </a:solidFill>
                <a:latin typeface="Arial"/>
              </a:defRPr>
            </a:pPr>
            <a:r>
              <a:rPr sz="2000" b="0" lang="ru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rPr sz="2000" b="0" lang="ru">
                <a:solidFill>
                  <a:srgbClr val="172B4D"/>
                </a:solidFill>
                <a:latin typeface="Arial"/>
              </a:rPr>
              <a:t>Образец: согласовать структуру с пользователем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360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563EB"/>
                </a:solidFill>
                <a:latin typeface="Arial"/>
              </a:defRPr>
            </a:pPr>
            <a:r>
              <a:rPr sz="2000" b="0" lang="ru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636008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rPr sz="2000" b="0" lang="ru">
                <a:solidFill>
                  <a:srgbClr val="172B4D"/>
                </a:solidFill>
                <a:latin typeface="Arial"/>
              </a:rPr>
              <a:t>Образец: заменить заполнители проверенными данными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00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563EB"/>
                </a:solidFill>
                <a:latin typeface="Arial"/>
              </a:defRPr>
            </a:pPr>
            <a:r>
              <a:rPr sz="2000" b="0" lang="ru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40096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rPr sz="2000" b="0" lang="ru">
                <a:solidFill>
                  <a:srgbClr val="172B4D"/>
                </a:solidFill>
                <a:latin typeface="Arial"/>
              </a:rPr>
              <a:t>Образец: проверить речь и финальные слайды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73368"/>
            <a:ext cx="9784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Sources / Источники: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7336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57A"/>
                </a:solidFill>
                <a:latin typeface="Arial"/>
              </a:defRPr>
            </a:pPr>
            <a:r>
              <a:rPr sz="1200" b="0" lang="ru">
                <a:solidFill>
                  <a:srgbClr val="52657A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ПРИМЕР — шаблон деловой презентации</dc:title>
  <dc:subject>Mode: proposal</dc:subject>
  <dc:creator>Presentation generator</dc:creator>
  <cp:keywords>PLACEHOLDER, NOT APPROVED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</dc:language>
</cp:coreProperties>
</file>